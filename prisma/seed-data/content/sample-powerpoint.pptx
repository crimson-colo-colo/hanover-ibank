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IBM Plex Sans"/>
      <p:regular r:id="rId35"/>
      <p:bold r:id="rId36"/>
      <p:italic r:id="rId37"/>
      <p:boldItalic r:id="rId38"/>
    </p:embeddedFont>
    <p:embeddedFont>
      <p:font typeface="Sora SemiBold"/>
      <p:regular r:id="rId39"/>
      <p:bold r:id="rId40"/>
    </p:embeddedFont>
    <p:embeddedFont>
      <p:font typeface="IBM Plex Sans Medium"/>
      <p:regular r:id="rId41"/>
      <p:bold r:id="rId42"/>
      <p:italic r:id="rId43"/>
      <p:boldItalic r:id="rId44"/>
    </p:embeddedFont>
    <p:embeddedFont>
      <p:font typeface="Sora Light"/>
      <p:regular r:id="rId45"/>
      <p:bold r:id="rId46"/>
    </p:embeddedFont>
    <p:embeddedFont>
      <p:font typeface="Sora ExtraLight"/>
      <p:regular r:id="rId47"/>
      <p:bold r:id="rId48"/>
    </p:embeddedFont>
    <p:embeddedFont>
      <p:font typeface="Sora"/>
      <p:regular r:id="rId49"/>
      <p:bold r:id="rId50"/>
    </p:embeddedFont>
    <p:embeddedFont>
      <p:font typeface="Sora Medium"/>
      <p:regular r:id="rId51"/>
      <p:bold r:id="rId52"/>
    </p:embeddedFont>
    <p:embeddedFont>
      <p:font typeface="IBM Plex Sans SemiBold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SemiBold-bold.fntdata"/><Relationship Id="rId42" Type="http://schemas.openxmlformats.org/officeDocument/2006/relationships/font" Target="fonts/IBMPlexSansMedium-bold.fntdata"/><Relationship Id="rId41" Type="http://schemas.openxmlformats.org/officeDocument/2006/relationships/font" Target="fonts/IBMPlexSansMedium-regular.fntdata"/><Relationship Id="rId44" Type="http://schemas.openxmlformats.org/officeDocument/2006/relationships/font" Target="fonts/IBMPlexSansMedium-boldItalic.fntdata"/><Relationship Id="rId43" Type="http://schemas.openxmlformats.org/officeDocument/2006/relationships/font" Target="fonts/IBMPlexSansMedium-italic.fntdata"/><Relationship Id="rId46" Type="http://schemas.openxmlformats.org/officeDocument/2006/relationships/font" Target="fonts/SoraLight-bold.fntdata"/><Relationship Id="rId45" Type="http://schemas.openxmlformats.org/officeDocument/2006/relationships/font" Target="fonts/Sora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raExtraLight-bold.fntdata"/><Relationship Id="rId47" Type="http://schemas.openxmlformats.org/officeDocument/2006/relationships/font" Target="fonts/SoraExtraLight-regular.fntdata"/><Relationship Id="rId49" Type="http://schemas.openxmlformats.org/officeDocument/2006/relationships/font" Target="fonts/Sor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IBMPlexSans-regular.fntdata"/><Relationship Id="rId34" Type="http://schemas.openxmlformats.org/officeDocument/2006/relationships/slide" Target="slides/slide29.xml"/><Relationship Id="rId37" Type="http://schemas.openxmlformats.org/officeDocument/2006/relationships/font" Target="fonts/IBMPlexSans-italic.fntdata"/><Relationship Id="rId36" Type="http://schemas.openxmlformats.org/officeDocument/2006/relationships/font" Target="fonts/IBMPlexSans-bold.fntdata"/><Relationship Id="rId39" Type="http://schemas.openxmlformats.org/officeDocument/2006/relationships/font" Target="fonts/SoraSemiBold-regular.fntdata"/><Relationship Id="rId38" Type="http://schemas.openxmlformats.org/officeDocument/2006/relationships/font" Target="fonts/IBMPlex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SoraMedium-regular.fntdata"/><Relationship Id="rId50" Type="http://schemas.openxmlformats.org/officeDocument/2006/relationships/font" Target="fonts/Sora-bold.fntdata"/><Relationship Id="rId53" Type="http://schemas.openxmlformats.org/officeDocument/2006/relationships/font" Target="fonts/IBMPlexSansSemiBold-regular.fntdata"/><Relationship Id="rId52" Type="http://schemas.openxmlformats.org/officeDocument/2006/relationships/font" Target="fonts/SoraMedium-bold.fntdata"/><Relationship Id="rId11" Type="http://schemas.openxmlformats.org/officeDocument/2006/relationships/slide" Target="slides/slide6.xml"/><Relationship Id="rId55" Type="http://schemas.openxmlformats.org/officeDocument/2006/relationships/font" Target="fonts/IBMPlexSansSemiBold-italic.fntdata"/><Relationship Id="rId10" Type="http://schemas.openxmlformats.org/officeDocument/2006/relationships/slide" Target="slides/slide5.xml"/><Relationship Id="rId54" Type="http://schemas.openxmlformats.org/officeDocument/2006/relationships/font" Target="fonts/IBMPlexSa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IBMPlexSans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96ca46ce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96ca46ce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96ca46ceb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96ca46ceb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96ca46ceb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96ca46ce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96ca46ceb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96ca46ceb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96ca46ceb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96ca46ceb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96ca46ceb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96ca46ceb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96ca46ceb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96ca46ceb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96ca46ceb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96ca46ceb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96ca46ceb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96ca46ceb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96ca46ceb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96ca46ceb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96ca46ceb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96ca46ceb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96ca46ceb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96ca46ceb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96ca46ceb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96ca46ceb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6ca46ceb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96ca46ceb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96ca46ceb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96ca46ceb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96ca46ceb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96ca46ceb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96ca46ceb4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96ca46ceb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96ca46ceb4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96ca46ceb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96ca46ceb4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96ca46ceb4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96ca46ceb4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396ca46ceb4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96ca46ceb4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96ca46ceb4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96ca46ceb4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396ca46ceb4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96ca46ceb4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96ca46ceb4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96ca46ceb4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396ca46ceb4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96ca46ceb4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96ca46ceb4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396ca46ceb4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396ca46ceb4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396ca46ceb4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396ca46ceb4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96ca46ceb4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96ca46ceb4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96ca46ceb4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396ca46ceb4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Company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N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ame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Year /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Quarter / Month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Project </a:t>
            </a:r>
            <a:r>
              <a:rPr lang="en">
                <a:solidFill>
                  <a:schemeClr val="dk2"/>
                </a:solidFill>
              </a:rPr>
              <a:t>kickoff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presentation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Use this space for legal copy. Explain if the information is confidential, who can read this deck, etc.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898" name="Google Shape;898;p5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899" name="Google Shape;899;p5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0" name="Google Shape;900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901" name="Google Shape;901;p5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2" name="Google Shape;902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3" name="Google Shape;903;p5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4" name="Google Shape;904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5" name="Google Shape;905;p5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6" name="Google Shape;906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7" name="Google Shape;907;p52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8" name="Google Shape;908;p5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09" name="Google Shape;909;p52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man using computer in office" id="914" name="Google Shape;914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8952" l="12657" r="33113" t="36433"/>
          <a:stretch/>
        </p:blipFill>
        <p:spPr>
          <a:xfrm>
            <a:off x="225300" y="3132125"/>
            <a:ext cx="1849800" cy="1770301"/>
          </a:xfrm>
          <a:prstGeom prst="rect">
            <a:avLst/>
          </a:prstGeom>
        </p:spPr>
      </p:pic>
      <p:pic>
        <p:nvPicPr>
          <p:cNvPr descr="Smiling business woman working with laptop while looking at camera in modern startup office" id="915" name="Google Shape;915;p5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6496" l="27951" r="27947" t="0"/>
          <a:stretch/>
        </p:blipFill>
        <p:spPr>
          <a:xfrm>
            <a:off x="5262525" y="228600"/>
            <a:ext cx="1865098" cy="1790099"/>
          </a:xfrm>
          <a:prstGeom prst="rect">
            <a:avLst/>
          </a:prstGeom>
        </p:spPr>
      </p:pic>
      <p:pic>
        <p:nvPicPr>
          <p:cNvPr descr="Portrait of smiling businesswoman with suit working in office" id="916" name="Google Shape;916;p53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30462" l="24436" r="30076" t="4084"/>
          <a:stretch/>
        </p:blipFill>
        <p:spPr>
          <a:xfrm>
            <a:off x="7281675" y="228600"/>
            <a:ext cx="1849800" cy="1790099"/>
          </a:xfrm>
          <a:prstGeom prst="rect">
            <a:avLst/>
          </a:prstGeom>
        </p:spPr>
      </p:pic>
      <p:sp>
        <p:nvSpPr>
          <p:cNvPr id="917" name="Google Shape;917;p53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18" name="Google Shape;918;p53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19" name="Google Shape;919;p53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20" name="Google Shape;920;p53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21" name="Google Shape;921;p53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22" name="Google Shape;922;p53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4"/>
          <p:cNvSpPr/>
          <p:nvPr/>
        </p:nvSpPr>
        <p:spPr>
          <a:xfrm rot="1181745">
            <a:off x="3565253" y="751191"/>
            <a:ext cx="2013499" cy="1991018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8" name="Google Shape;928;p54"/>
          <p:cNvSpPr/>
          <p:nvPr/>
        </p:nvSpPr>
        <p:spPr>
          <a:xfrm rot="9649294">
            <a:off x="-1341325" y="856718"/>
            <a:ext cx="4949603" cy="1779974"/>
          </a:xfrm>
          <a:prstGeom prst="chord">
            <a:avLst>
              <a:gd fmla="val 2548532" name="adj1"/>
              <a:gd fmla="val 19993265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9" name="Google Shape;929;p54"/>
          <p:cNvSpPr/>
          <p:nvPr/>
        </p:nvSpPr>
        <p:spPr>
          <a:xfrm rot="748054">
            <a:off x="393745" y="1246154"/>
            <a:ext cx="3226691" cy="1216883"/>
          </a:xfrm>
          <a:prstGeom prst="flowChartConnecto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0" name="Google Shape;930;p54"/>
          <p:cNvSpPr/>
          <p:nvPr/>
        </p:nvSpPr>
        <p:spPr>
          <a:xfrm flipH="1" rot="10800000">
            <a:off x="6153225" y="2339050"/>
            <a:ext cx="713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1" name="Google Shape;931;p54"/>
          <p:cNvSpPr/>
          <p:nvPr/>
        </p:nvSpPr>
        <p:spPr>
          <a:xfrm flipH="1">
            <a:off x="1158450" y="1403425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2" name="Google Shape;932;p54"/>
          <p:cNvSpPr/>
          <p:nvPr/>
        </p:nvSpPr>
        <p:spPr>
          <a:xfrm flipH="1">
            <a:off x="1158450" y="1549150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Portrait of smiling business woman with suit working in office" id="933" name="Google Shape;933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4226" l="30423" r="35056" t="4016"/>
          <a:stretch/>
        </p:blipFill>
        <p:spPr>
          <a:xfrm>
            <a:off x="1200750" y="984738"/>
            <a:ext cx="1649400" cy="1649400"/>
          </a:xfrm>
          <a:prstGeom prst="ellipse">
            <a:avLst/>
          </a:prstGeom>
        </p:spPr>
      </p:pic>
      <p:pic>
        <p:nvPicPr>
          <p:cNvPr descr="Smiling business woman working with laptop while looking at camera in modern startup office" id="934" name="Google Shape;934;p54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52932" l="33421" r="35209" t="0"/>
          <a:stretch/>
        </p:blipFill>
        <p:spPr>
          <a:xfrm>
            <a:off x="3747300" y="921988"/>
            <a:ext cx="1649400" cy="1649400"/>
          </a:xfrm>
          <a:prstGeom prst="ellipse">
            <a:avLst/>
          </a:prstGeom>
        </p:spPr>
      </p:pic>
      <p:pic>
        <p:nvPicPr>
          <p:cNvPr descr="Businessman using computer in office " id="935" name="Google Shape;935;p54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37282" l="22423" r="37735" t="36145"/>
          <a:stretch/>
        </p:blipFill>
        <p:spPr>
          <a:xfrm>
            <a:off x="6080650" y="941438"/>
            <a:ext cx="1649400" cy="1649400"/>
          </a:xfrm>
          <a:prstGeom prst="ellipse">
            <a:avLst/>
          </a:prstGeom>
        </p:spPr>
      </p:pic>
      <p:sp>
        <p:nvSpPr>
          <p:cNvPr id="936" name="Google Shape;936;p5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37" name="Google Shape;937;p54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38" name="Google Shape;938;p54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for this team member. Mention their background, area of expertise, and what their responsibilities will be on this project.</a:t>
            </a:r>
            <a:endParaRPr/>
          </a:p>
        </p:txBody>
      </p:sp>
      <p:sp>
        <p:nvSpPr>
          <p:cNvPr id="939" name="Google Shape;939;p54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</a:t>
            </a:r>
            <a:r>
              <a:rPr lang="en"/>
              <a:t>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Title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940" name="Google Shape;940;p54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for this team member. Mention their background, area of expertise, and what their responsibilities will be on this project.</a:t>
            </a:r>
            <a:endParaRPr/>
          </a:p>
        </p:txBody>
      </p:sp>
      <p:sp>
        <p:nvSpPr>
          <p:cNvPr id="941" name="Google Shape;941;p54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r>
              <a:rPr lang="en"/>
              <a:t> Name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Title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42" name="Google Shape;942;p54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for this team member. Mention their background, area of expertise, and what their responsibilities will be on this project.</a:t>
            </a:r>
            <a:endParaRPr/>
          </a:p>
        </p:txBody>
      </p:sp>
      <p:sp>
        <p:nvSpPr>
          <p:cNvPr id="943" name="Google Shape;943;p54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r>
              <a:rPr lang="en"/>
              <a:t> Name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Title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44" name="Google Shape;944;p54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Meet the team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5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50" name="Google Shape;950;p5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51" name="Google Shape;951;p55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statement about what inspired this project: </a:t>
            </a:r>
            <a:r>
              <a:rPr lang="en"/>
              <a:t>a</a:t>
            </a:r>
            <a:r>
              <a:rPr lang="en"/>
              <a:t> challenge,</a:t>
            </a:r>
            <a:r>
              <a:rPr lang="en"/>
              <a:t> a goal, or a vision.</a:t>
            </a:r>
            <a:endParaRPr/>
          </a:p>
        </p:txBody>
      </p:sp>
      <p:sp>
        <p:nvSpPr>
          <p:cNvPr id="952" name="Google Shape;952;p55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Think about your audience.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Some will already know about the project. Others will be hearing about it for the first time.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This is your opportunity to make sure everyone is on the same page.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58" name="Google Shape;958;p56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Think about your audience.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Some will already know about the project. Others will be hearing about it for the first time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This is your opportunity to make sure everyone is on the same page.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9" name="Google Shape;959;p56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statement about what inspired this project: a challenge, </a:t>
            </a:r>
            <a:r>
              <a:rPr lang="en"/>
              <a:t>a goal,</a:t>
            </a:r>
            <a:r>
              <a:rPr lang="en"/>
              <a:t> </a:t>
            </a:r>
            <a:r>
              <a:rPr lang="en"/>
              <a:t>or a vision</a:t>
            </a:r>
            <a:r>
              <a:rPr lang="en"/>
              <a:t>.</a:t>
            </a:r>
            <a:endParaRPr/>
          </a:p>
        </p:txBody>
      </p:sp>
      <p:sp>
        <p:nvSpPr>
          <p:cNvPr id="960" name="Google Shape;960;p5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5" name="Google Shape;965;p57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57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7" name="Google Shape;967;p57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8" name="Google Shape;968;p57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9" name="Google Shape;969;p57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0" name="Google Shape;970;p57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1" name="Google Shape;971;p5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72" name="Google Shape;972;p57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973" name="Google Shape;973;p57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974" name="Google Shape;974;p57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975" name="Google Shape;975;p57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976" name="Google Shape;976;p57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977" name="Google Shape;977;p57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steps must the team take to reach their business goals?</a:t>
            </a:r>
            <a:endParaRPr/>
          </a:p>
        </p:txBody>
      </p:sp>
      <p:sp>
        <p:nvSpPr>
          <p:cNvPr id="978" name="Google Shape;978;p57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79" name="Google Shape;979;p57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980" name="Google Shape;980;p57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mention the project kickoff, the first delivery, go-live </a:t>
            </a:r>
            <a:r>
              <a:rPr lang="en"/>
              <a:t>da</a:t>
            </a:r>
            <a:r>
              <a:rPr lang="en"/>
              <a:t>te, etc.</a:t>
            </a:r>
            <a:endParaRPr/>
          </a:p>
        </p:txBody>
      </p:sp>
      <p:sp>
        <p:nvSpPr>
          <p:cNvPr id="981" name="Google Shape;981;p57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describe phases, like strategy, concepting, etc.</a:t>
            </a:r>
            <a:endParaRPr/>
          </a:p>
        </p:txBody>
      </p:sp>
      <p:sp>
        <p:nvSpPr>
          <p:cNvPr id="982" name="Google Shape;982;p57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Remember, this is a high-level summary. Focus on key milestones.</a:t>
            </a:r>
            <a:endParaRPr/>
          </a:p>
        </p:txBody>
      </p:sp>
      <p:sp>
        <p:nvSpPr>
          <p:cNvPr id="983" name="Google Shape;983;p57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describe what needs to happen for the project to reach its conclusion.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8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89" name="Google Shape;989;p5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90" name="Google Shape;990;p58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 1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What steps must the team take to reach their business goals?</a:t>
            </a:r>
            <a:endParaRPr sz="1000"/>
          </a:p>
        </p:txBody>
      </p:sp>
      <p:sp>
        <p:nvSpPr>
          <p:cNvPr id="991" name="Google Shape;991;p58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 4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For example, mention the project kickoff, the first delivery, </a:t>
            </a:r>
            <a:r>
              <a:rPr lang="en" sz="1000"/>
              <a:t>go</a:t>
            </a:r>
            <a:r>
              <a:rPr lang="en" sz="1000"/>
              <a:t>-live date, etc.</a:t>
            </a:r>
            <a:endParaRPr sz="1000"/>
          </a:p>
        </p:txBody>
      </p:sp>
      <p:sp>
        <p:nvSpPr>
          <p:cNvPr id="992" name="Google Shape;992;p58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5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You can also describe phases like strategy, concepting, etc. </a:t>
            </a:r>
            <a:endParaRPr sz="1000"/>
          </a:p>
        </p:txBody>
      </p:sp>
      <p:sp>
        <p:nvSpPr>
          <p:cNvPr id="993" name="Google Shape;993;p58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Goal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Finally, describe what needs to happen for the project to reach its conclusion.</a:t>
            </a:r>
            <a:endParaRPr sz="1000"/>
          </a:p>
        </p:txBody>
      </p:sp>
      <p:sp>
        <p:nvSpPr>
          <p:cNvPr id="994" name="Google Shape;994;p58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2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Remember, this is a high-level summary, not a detailed view. </a:t>
            </a:r>
            <a:endParaRPr sz="1000"/>
          </a:p>
        </p:txBody>
      </p:sp>
      <p:sp>
        <p:nvSpPr>
          <p:cNvPr id="995" name="Google Shape;995;p58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3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Focus on key milestones, meetings and events.</a:t>
            </a:r>
            <a:endParaRPr sz="1000"/>
          </a:p>
        </p:txBody>
      </p:sp>
      <p:sp>
        <p:nvSpPr>
          <p:cNvPr id="996" name="Google Shape;996;p58"/>
          <p:cNvSpPr txBox="1"/>
          <p:nvPr>
            <p:ph idx="2" type="title"/>
          </p:nvPr>
        </p:nvSpPr>
        <p:spPr>
          <a:xfrm>
            <a:off x="115025" y="502775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997" name="Google Shape;997;p58"/>
          <p:cNvSpPr/>
          <p:nvPr/>
        </p:nvSpPr>
        <p:spPr>
          <a:xfrm>
            <a:off x="750" y="2943425"/>
            <a:ext cx="1669500" cy="3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8" name="Google Shape;998;p58"/>
          <p:cNvSpPr/>
          <p:nvPr/>
        </p:nvSpPr>
        <p:spPr>
          <a:xfrm>
            <a:off x="1713600" y="2556600"/>
            <a:ext cx="1395000" cy="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9" name="Google Shape;999;p58"/>
          <p:cNvSpPr/>
          <p:nvPr/>
        </p:nvSpPr>
        <p:spPr>
          <a:xfrm>
            <a:off x="3151800" y="2273950"/>
            <a:ext cx="1395000" cy="3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0" name="Google Shape;1000;p58"/>
          <p:cNvSpPr/>
          <p:nvPr/>
        </p:nvSpPr>
        <p:spPr>
          <a:xfrm>
            <a:off x="4593600" y="1960500"/>
            <a:ext cx="1395000" cy="3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1" name="Google Shape;1001;p58"/>
          <p:cNvSpPr/>
          <p:nvPr/>
        </p:nvSpPr>
        <p:spPr>
          <a:xfrm>
            <a:off x="6028350" y="1616400"/>
            <a:ext cx="1395000" cy="3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2" name="Google Shape;1002;p58"/>
          <p:cNvSpPr/>
          <p:nvPr/>
        </p:nvSpPr>
        <p:spPr>
          <a:xfrm>
            <a:off x="7473750" y="1245250"/>
            <a:ext cx="1669500" cy="3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59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1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a problem or challenge currently affecting your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market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, your customers, or your company.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08" name="Google Shape;1008;p59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2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a problem or challenge currently affecting your market, your customers, or your company.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09" name="Google Shape;1009;p5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10" name="Google Shape;1010;p59"/>
          <p:cNvSpPr txBox="1"/>
          <p:nvPr>
            <p:ph idx="3" type="title"/>
          </p:nvPr>
        </p:nvSpPr>
        <p:spPr>
          <a:xfrm>
            <a:off x="115025" y="502775"/>
            <a:ext cx="39054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headline about the challenges you’re facing</a:t>
            </a:r>
            <a:endParaRPr/>
          </a:p>
        </p:txBody>
      </p:sp>
      <p:sp>
        <p:nvSpPr>
          <p:cNvPr id="1011" name="Google Shape;1011;p59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60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7" name="Google Shape;1017;p60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8" name="Google Shape;1018;p60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9" name="Google Shape;1019;p60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0" name="Google Shape;1020;p60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1" name="Google Shape;1021;p60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2" name="Google Shape;1022;p60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</a:t>
            </a:r>
            <a:endParaRPr/>
          </a:p>
        </p:txBody>
      </p:sp>
      <p:sp>
        <p:nvSpPr>
          <p:cNvPr id="1023" name="Google Shape;1023;p60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specific steps the team will take to mitigate this challenge.</a:t>
            </a:r>
            <a:endParaRPr/>
          </a:p>
        </p:txBody>
      </p:sp>
      <p:sp>
        <p:nvSpPr>
          <p:cNvPr id="1024" name="Google Shape;1024;p60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specific steps the team will take to mitigate this challenge.</a:t>
            </a:r>
            <a:endParaRPr/>
          </a:p>
        </p:txBody>
      </p:sp>
      <p:sp>
        <p:nvSpPr>
          <p:cNvPr id="1025" name="Google Shape;1025;p60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specific steps the team will take to mitigate this challenge.</a:t>
            </a:r>
            <a:endParaRPr/>
          </a:p>
        </p:txBody>
      </p:sp>
      <p:sp>
        <p:nvSpPr>
          <p:cNvPr id="1026" name="Google Shape;1026;p60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Potential challenge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27" name="Google Shape;1027;p60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How we’ll respond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28" name="Google Shape;1028;p60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</a:t>
            </a:r>
            <a:endParaRPr/>
          </a:p>
        </p:txBody>
      </p:sp>
      <p:sp>
        <p:nvSpPr>
          <p:cNvPr id="1029" name="Google Shape;1029;p60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</a:t>
            </a:r>
            <a:endParaRPr/>
          </a:p>
        </p:txBody>
      </p:sp>
      <p:sp>
        <p:nvSpPr>
          <p:cNvPr id="1030" name="Google Shape;1030;p60"/>
          <p:cNvSpPr txBox="1"/>
          <p:nvPr>
            <p:ph idx="15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31" name="Google Shape;1031;p60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32" name="Google Shape;1032;p60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Facing the challenges ahead</a:t>
            </a:r>
            <a:endParaRPr/>
          </a:p>
        </p:txBody>
      </p:sp>
      <p:sp>
        <p:nvSpPr>
          <p:cNvPr id="1033" name="Google Shape;1033;p60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34" name="Google Shape;1034;p60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35" name="Google Shape;1035;p60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1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1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41" name="Google Shape;1041;p61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3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42" name="Google Shape;1042;p61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2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43" name="Google Shape;1043;p61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1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45" name="Google Shape;1045;p61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address or avoid this challenge</a:t>
            </a:r>
            <a:endParaRPr/>
          </a:p>
        </p:txBody>
      </p:sp>
      <p:sp>
        <p:nvSpPr>
          <p:cNvPr id="1046" name="Google Shape;1046;p61"/>
          <p:cNvSpPr txBox="1"/>
          <p:nvPr>
            <p:ph idx="7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47" name="Google Shape;1047;p61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53" name="Google Shape;1053;p6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1054" name="Google Shape;1054;p62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1055" name="Google Shape;1055;p62"/>
          <p:cNvSpPr txBox="1"/>
          <p:nvPr>
            <p:ph idx="4294967295" type="subTitle"/>
          </p:nvPr>
        </p:nvSpPr>
        <p:spPr>
          <a:xfrm>
            <a:off x="115025" y="3386975"/>
            <a:ext cx="41424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Introduce your project and explain how it addresses the challenges in the previous slide. 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Provide a high-level summary of what you’ll be discussing in this presentation. 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56" name="Google Shape;1056;p62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This is where the project comes in: </a:t>
            </a:r>
            <a:r>
              <a:rPr lang="en"/>
              <a:t>solve the problems that you identified.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3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1062" name="Google Shape;1062;p6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This is where the project comes in: 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solve the problems that you identified.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ntroduce your project and explain how it addresses the challenges in the previous slide.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Provide a high-level summary of what you’ll be discussing in this presentation.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63" name="Google Shape;1063;p6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64" name="Google Shape;1064;p6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9" name="Google Shape;1069;p64"/>
          <p:cNvCxnSpPr/>
          <p:nvPr/>
        </p:nvCxnSpPr>
        <p:spPr>
          <a:xfrm>
            <a:off x="6708900" y="291450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64"/>
          <p:cNvCxnSpPr/>
          <p:nvPr/>
        </p:nvCxnSpPr>
        <p:spPr>
          <a:xfrm>
            <a:off x="6708900" y="322216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64"/>
          <p:cNvCxnSpPr/>
          <p:nvPr/>
        </p:nvCxnSpPr>
        <p:spPr>
          <a:xfrm>
            <a:off x="6708900" y="352982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64"/>
          <p:cNvCxnSpPr/>
          <p:nvPr/>
        </p:nvCxnSpPr>
        <p:spPr>
          <a:xfrm>
            <a:off x="6708900" y="383748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64"/>
          <p:cNvCxnSpPr/>
          <p:nvPr/>
        </p:nvCxnSpPr>
        <p:spPr>
          <a:xfrm>
            <a:off x="6708900" y="414514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64"/>
          <p:cNvCxnSpPr/>
          <p:nvPr/>
        </p:nvCxnSpPr>
        <p:spPr>
          <a:xfrm>
            <a:off x="6708900" y="445280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woman thinks looking away from the camera while standing in front of a yellow background" id="1075" name="Google Shape;1075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1487" l="45538" r="21628" t="7041"/>
          <a:stretch/>
        </p:blipFill>
        <p:spPr>
          <a:xfrm>
            <a:off x="6702600" y="-16150"/>
            <a:ext cx="2441400" cy="2574602"/>
          </a:xfrm>
          <a:prstGeom prst="rect">
            <a:avLst/>
          </a:prstGeom>
        </p:spPr>
      </p:pic>
      <p:sp>
        <p:nvSpPr>
          <p:cNvPr id="1076" name="Google Shape;1076;p64"/>
          <p:cNvSpPr txBox="1"/>
          <p:nvPr>
            <p:ph idx="13" type="subTitle"/>
          </p:nvPr>
        </p:nvSpPr>
        <p:spPr>
          <a:xfrm>
            <a:off x="6751650" y="262245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Role</a:t>
            </a:r>
            <a:endParaRPr/>
          </a:p>
        </p:txBody>
      </p:sp>
      <p:sp>
        <p:nvSpPr>
          <p:cNvPr id="1077" name="Google Shape;1077;p64"/>
          <p:cNvSpPr txBox="1"/>
          <p:nvPr>
            <p:ph idx="14" type="subTitle"/>
          </p:nvPr>
        </p:nvSpPr>
        <p:spPr>
          <a:xfrm>
            <a:off x="6751650" y="2931064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Age</a:t>
            </a:r>
            <a:endParaRPr/>
          </a:p>
        </p:txBody>
      </p:sp>
      <p:sp>
        <p:nvSpPr>
          <p:cNvPr id="1078" name="Google Shape;1078;p64"/>
          <p:cNvSpPr txBox="1"/>
          <p:nvPr>
            <p:ph idx="15" type="subTitle"/>
          </p:nvPr>
        </p:nvSpPr>
        <p:spPr>
          <a:xfrm>
            <a:off x="6751650" y="323499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Profession</a:t>
            </a:r>
            <a:endParaRPr/>
          </a:p>
        </p:txBody>
      </p:sp>
      <p:sp>
        <p:nvSpPr>
          <p:cNvPr id="1079" name="Google Shape;1079;p64"/>
          <p:cNvSpPr txBox="1"/>
          <p:nvPr>
            <p:ph idx="16" type="subTitle"/>
          </p:nvPr>
        </p:nvSpPr>
        <p:spPr>
          <a:xfrm>
            <a:off x="6751650" y="3543604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Location</a:t>
            </a:r>
            <a:endParaRPr/>
          </a:p>
        </p:txBody>
      </p:sp>
      <p:sp>
        <p:nvSpPr>
          <p:cNvPr id="1080" name="Google Shape;1080;p6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081" name="Google Shape;1081;p64"/>
          <p:cNvSpPr txBox="1"/>
          <p:nvPr>
            <p:ph idx="18" type="subTitle"/>
          </p:nvPr>
        </p:nvSpPr>
        <p:spPr>
          <a:xfrm>
            <a:off x="6751650" y="4160816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Education</a:t>
            </a:r>
            <a:endParaRPr/>
          </a:p>
        </p:txBody>
      </p:sp>
      <p:sp>
        <p:nvSpPr>
          <p:cNvPr id="1082" name="Google Shape;1082;p6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Motivations</a:t>
            </a:r>
            <a:endParaRPr/>
          </a:p>
        </p:txBody>
      </p:sp>
      <p:sp>
        <p:nvSpPr>
          <p:cNvPr id="1083" name="Google Shape;1083;p6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Tech skills</a:t>
            </a:r>
            <a:endParaRPr/>
          </a:p>
        </p:txBody>
      </p:sp>
      <p:sp>
        <p:nvSpPr>
          <p:cNvPr id="1084" name="Google Shape;1084;p6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Favorite brands</a:t>
            </a:r>
            <a:endParaRPr/>
          </a:p>
        </p:txBody>
      </p:sp>
      <p:sp>
        <p:nvSpPr>
          <p:cNvPr id="1085" name="Google Shape;1085;p64"/>
          <p:cNvSpPr txBox="1"/>
          <p:nvPr/>
        </p:nvSpPr>
        <p:spPr>
          <a:xfrm>
            <a:off x="5458588" y="1909288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1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1086" name="Google Shape;1086;p64"/>
          <p:cNvSpPr txBox="1"/>
          <p:nvPr/>
        </p:nvSpPr>
        <p:spPr>
          <a:xfrm>
            <a:off x="5458588" y="2146350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2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1087" name="Google Shape;1087;p64"/>
          <p:cNvSpPr txBox="1"/>
          <p:nvPr/>
        </p:nvSpPr>
        <p:spPr>
          <a:xfrm>
            <a:off x="5458588" y="2383413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3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grpSp>
        <p:nvGrpSpPr>
          <p:cNvPr id="1088" name="Google Shape;1088;p64"/>
          <p:cNvGrpSpPr/>
          <p:nvPr/>
        </p:nvGrpSpPr>
        <p:grpSpPr>
          <a:xfrm>
            <a:off x="3748738" y="2046543"/>
            <a:ext cx="1710600" cy="545260"/>
            <a:chOff x="3748738" y="2046543"/>
            <a:chExt cx="1710600" cy="545260"/>
          </a:xfrm>
        </p:grpSpPr>
        <p:sp>
          <p:nvSpPr>
            <p:cNvPr id="1089" name="Google Shape;1089;p64"/>
            <p:cNvSpPr/>
            <p:nvPr/>
          </p:nvSpPr>
          <p:spPr>
            <a:xfrm>
              <a:off x="3748738" y="2046543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0" name="Google Shape;1090;p64"/>
            <p:cNvSpPr/>
            <p:nvPr/>
          </p:nvSpPr>
          <p:spPr>
            <a:xfrm>
              <a:off x="3748738" y="2046579"/>
              <a:ext cx="1003800" cy="65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1" name="Google Shape;1091;p64"/>
            <p:cNvSpPr/>
            <p:nvPr/>
          </p:nvSpPr>
          <p:spPr>
            <a:xfrm>
              <a:off x="3748738" y="2284656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2" name="Google Shape;1092;p64"/>
            <p:cNvSpPr/>
            <p:nvPr/>
          </p:nvSpPr>
          <p:spPr>
            <a:xfrm>
              <a:off x="3748738" y="2284674"/>
              <a:ext cx="727800" cy="6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3" name="Google Shape;1093;p64"/>
            <p:cNvSpPr/>
            <p:nvPr/>
          </p:nvSpPr>
          <p:spPr>
            <a:xfrm>
              <a:off x="3748738" y="2526703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4" name="Google Shape;1094;p64"/>
            <p:cNvSpPr/>
            <p:nvPr/>
          </p:nvSpPr>
          <p:spPr>
            <a:xfrm>
              <a:off x="3748738" y="2526703"/>
              <a:ext cx="1500900" cy="6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095" name="Google Shape;1095;p64"/>
          <p:cNvGrpSpPr/>
          <p:nvPr/>
        </p:nvGrpSpPr>
        <p:grpSpPr>
          <a:xfrm>
            <a:off x="3656038" y="3141525"/>
            <a:ext cx="2516575" cy="949513"/>
            <a:chOff x="3656038" y="3141525"/>
            <a:chExt cx="2516575" cy="949513"/>
          </a:xfrm>
        </p:grpSpPr>
        <p:sp>
          <p:nvSpPr>
            <p:cNvPr id="1096" name="Google Shape;1096;p64"/>
            <p:cNvSpPr/>
            <p:nvPr/>
          </p:nvSpPr>
          <p:spPr>
            <a:xfrm>
              <a:off x="3748513" y="31440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7" name="Google Shape;1097;p64"/>
            <p:cNvSpPr/>
            <p:nvPr/>
          </p:nvSpPr>
          <p:spPr>
            <a:xfrm>
              <a:off x="3907344" y="31440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8" name="Google Shape;1098;p64"/>
            <p:cNvSpPr/>
            <p:nvPr/>
          </p:nvSpPr>
          <p:spPr>
            <a:xfrm>
              <a:off x="4066176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9" name="Google Shape;1099;p64"/>
            <p:cNvSpPr/>
            <p:nvPr/>
          </p:nvSpPr>
          <p:spPr>
            <a:xfrm>
              <a:off x="4225008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0" name="Google Shape;1100;p64"/>
            <p:cNvSpPr/>
            <p:nvPr/>
          </p:nvSpPr>
          <p:spPr>
            <a:xfrm>
              <a:off x="4383840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1" name="Google Shape;1101;p64"/>
            <p:cNvSpPr/>
            <p:nvPr/>
          </p:nvSpPr>
          <p:spPr>
            <a:xfrm>
              <a:off x="3748513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2" name="Google Shape;1102;p64"/>
            <p:cNvSpPr/>
            <p:nvPr/>
          </p:nvSpPr>
          <p:spPr>
            <a:xfrm>
              <a:off x="3907344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3" name="Google Shape;1103;p64"/>
            <p:cNvSpPr/>
            <p:nvPr/>
          </p:nvSpPr>
          <p:spPr>
            <a:xfrm>
              <a:off x="4066176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4" name="Google Shape;1104;p64"/>
            <p:cNvSpPr/>
            <p:nvPr/>
          </p:nvSpPr>
          <p:spPr>
            <a:xfrm>
              <a:off x="4225008" y="3659717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5" name="Google Shape;1105;p64"/>
            <p:cNvSpPr/>
            <p:nvPr/>
          </p:nvSpPr>
          <p:spPr>
            <a:xfrm>
              <a:off x="4383840" y="3659717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6" name="Google Shape;1106;p64"/>
            <p:cNvSpPr/>
            <p:nvPr/>
          </p:nvSpPr>
          <p:spPr>
            <a:xfrm>
              <a:off x="5076478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7" name="Google Shape;1107;p64"/>
            <p:cNvSpPr/>
            <p:nvPr/>
          </p:nvSpPr>
          <p:spPr>
            <a:xfrm>
              <a:off x="5235310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8" name="Google Shape;1108;p64"/>
            <p:cNvSpPr/>
            <p:nvPr/>
          </p:nvSpPr>
          <p:spPr>
            <a:xfrm>
              <a:off x="5394142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9" name="Google Shape;1109;p64"/>
            <p:cNvSpPr/>
            <p:nvPr/>
          </p:nvSpPr>
          <p:spPr>
            <a:xfrm>
              <a:off x="5552973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0" name="Google Shape;1110;p64"/>
            <p:cNvSpPr/>
            <p:nvPr/>
          </p:nvSpPr>
          <p:spPr>
            <a:xfrm>
              <a:off x="5711805" y="3141525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1" name="Google Shape;1111;p64"/>
            <p:cNvSpPr/>
            <p:nvPr/>
          </p:nvSpPr>
          <p:spPr>
            <a:xfrm>
              <a:off x="5076466" y="36597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2" name="Google Shape;1112;p64"/>
            <p:cNvSpPr/>
            <p:nvPr/>
          </p:nvSpPr>
          <p:spPr>
            <a:xfrm>
              <a:off x="5235297" y="36597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3" name="Google Shape;1113;p64"/>
            <p:cNvSpPr/>
            <p:nvPr/>
          </p:nvSpPr>
          <p:spPr>
            <a:xfrm>
              <a:off x="5394129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4" name="Google Shape;1114;p64"/>
            <p:cNvSpPr/>
            <p:nvPr/>
          </p:nvSpPr>
          <p:spPr>
            <a:xfrm>
              <a:off x="5552961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5" name="Google Shape;1115;p64"/>
            <p:cNvSpPr/>
            <p:nvPr/>
          </p:nvSpPr>
          <p:spPr>
            <a:xfrm>
              <a:off x="5711793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6" name="Google Shape;1116;p64"/>
            <p:cNvSpPr txBox="1"/>
            <p:nvPr/>
          </p:nvSpPr>
          <p:spPr>
            <a:xfrm>
              <a:off x="3656038" y="3770938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App 1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1117" name="Google Shape;1117;p64"/>
            <p:cNvSpPr txBox="1"/>
            <p:nvPr/>
          </p:nvSpPr>
          <p:spPr>
            <a:xfrm>
              <a:off x="4956163" y="3770938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App 2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1118" name="Google Shape;1118;p64"/>
            <p:cNvSpPr txBox="1"/>
            <p:nvPr/>
          </p:nvSpPr>
          <p:spPr>
            <a:xfrm>
              <a:off x="3658088" y="3266900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Device 1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1119" name="Google Shape;1119;p64"/>
            <p:cNvSpPr txBox="1"/>
            <p:nvPr/>
          </p:nvSpPr>
          <p:spPr>
            <a:xfrm>
              <a:off x="4958213" y="3266900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Device 2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</p:grpSp>
      <p:sp>
        <p:nvSpPr>
          <p:cNvPr id="1120" name="Google Shape;1120;p64"/>
          <p:cNvSpPr txBox="1"/>
          <p:nvPr/>
        </p:nvSpPr>
        <p:spPr>
          <a:xfrm>
            <a:off x="4525050" y="4250575"/>
            <a:ext cx="81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Add logo</a:t>
            </a:r>
            <a:endParaRPr b="1" sz="1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1" name="Google Shape;1121;p64"/>
          <p:cNvSpPr txBox="1"/>
          <p:nvPr/>
        </p:nvSpPr>
        <p:spPr>
          <a:xfrm>
            <a:off x="5533113" y="4250575"/>
            <a:ext cx="81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Add logo</a:t>
            </a:r>
            <a:endParaRPr b="1" sz="1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2" name="Google Shape;1122;p6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23" name="Google Shape;1123;p6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1124" name="Google Shape;1124;p6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</a:t>
            </a:r>
            <a:r>
              <a:rPr lang="en"/>
              <a:t> about a hypothetical user or customer (a persona) who represents an audience segment. Introduce your persona, who they are and where they come from.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The individual might be fictional, but the insights should be derived from your audience research.</a:t>
            </a:r>
            <a:endParaRPr/>
          </a:p>
        </p:txBody>
      </p:sp>
      <p:sp>
        <p:nvSpPr>
          <p:cNvPr id="1125" name="Google Shape;1125;p6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do they want to achieve?</a:t>
            </a:r>
            <a:endParaRPr/>
          </a:p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do they care about?</a:t>
            </a:r>
            <a:endParaRPr/>
          </a:p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solutions are they looking for?</a:t>
            </a:r>
            <a:endParaRPr/>
          </a:p>
        </p:txBody>
      </p:sp>
      <p:sp>
        <p:nvSpPr>
          <p:cNvPr id="1126" name="Google Shape;1126;p64"/>
          <p:cNvSpPr txBox="1"/>
          <p:nvPr>
            <p:ph idx="6" type="title"/>
          </p:nvPr>
        </p:nvSpPr>
        <p:spPr>
          <a:xfrm>
            <a:off x="115025" y="1079975"/>
            <a:ext cx="60555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“Quote the persona on their needs and wants. This can be a fictional line or an excerpt from a user interview.”</a:t>
            </a:r>
            <a:endParaRPr/>
          </a:p>
        </p:txBody>
      </p:sp>
      <p:sp>
        <p:nvSpPr>
          <p:cNvPr id="1127" name="Google Shape;1127;p6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128" name="Google Shape;1128;p64"/>
          <p:cNvSpPr txBox="1"/>
          <p:nvPr>
            <p:ph idx="19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oman in pink sweater smiles at camera" id="1133" name="Google Shape;1133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612" r="44764" t="0"/>
          <a:stretch/>
        </p:blipFill>
        <p:spPr>
          <a:xfrm>
            <a:off x="5457500" y="0"/>
            <a:ext cx="3686400" cy="5143501"/>
          </a:xfrm>
          <a:prstGeom prst="rect">
            <a:avLst/>
          </a:prstGeom>
        </p:spPr>
      </p:pic>
      <p:sp>
        <p:nvSpPr>
          <p:cNvPr id="1134" name="Google Shape;1134;p6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Persona name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Introduce a persona, or fictional character, that represents your target audience.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Age: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Profession:</a:t>
            </a:r>
            <a:endParaRPr/>
          </a:p>
        </p:txBody>
      </p:sp>
      <p:sp>
        <p:nvSpPr>
          <p:cNvPr id="1135" name="Google Shape;1135;p6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Needs and motivations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does your persona want, and what do they care about?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Pain points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challenges does your persona face? What are their concerns?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How we can help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Describe how your product meets the needs of your persona and addresses their pain points.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37" name="Google Shape;1137;p6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38" name="Google Shape;1138;p65"/>
          <p:cNvSpPr txBox="1"/>
          <p:nvPr>
            <p:ph idx="4" type="title"/>
          </p:nvPr>
        </p:nvSpPr>
        <p:spPr>
          <a:xfrm>
            <a:off x="115025" y="502775"/>
            <a:ext cx="5125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persona or target audience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66"/>
          <p:cNvSpPr txBox="1"/>
          <p:nvPr>
            <p:ph idx="14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44" name="Google Shape;1144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45" name="Google Shape;1145;p6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objectives</a:t>
            </a:r>
            <a:endParaRPr/>
          </a:p>
        </p:txBody>
      </p:sp>
      <p:sp>
        <p:nvSpPr>
          <p:cNvPr id="1146" name="Google Shape;1146;p6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objectives</a:t>
            </a:r>
            <a:endParaRPr/>
          </a:p>
        </p:txBody>
      </p:sp>
      <p:sp>
        <p:nvSpPr>
          <p:cNvPr id="1147" name="Google Shape;1147;p66"/>
          <p:cNvSpPr txBox="1"/>
          <p:nvPr>
            <p:ph idx="2" type="title"/>
          </p:nvPr>
        </p:nvSpPr>
        <p:spPr>
          <a:xfrm>
            <a:off x="115025" y="502775"/>
            <a:ext cx="6055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measure the success of this project</a:t>
            </a:r>
            <a:endParaRPr/>
          </a:p>
        </p:txBody>
      </p:sp>
      <p:sp>
        <p:nvSpPr>
          <p:cNvPr id="1148" name="Google Shape;1148;p6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objectives</a:t>
            </a:r>
            <a:endParaRPr/>
          </a:p>
        </p:txBody>
      </p:sp>
      <p:sp>
        <p:nvSpPr>
          <p:cNvPr id="1149" name="Google Shape;1149;p6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0" name="Google Shape;1150;p6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1" name="Google Shape;1151;p6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2" name="Google Shape;1152;p6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3" name="Google Shape;1153;p6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4" name="Google Shape;1154;p6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1155" name="Google Shape;1155;p66"/>
          <p:cNvCxnSpPr/>
          <p:nvPr/>
        </p:nvCxnSpPr>
        <p:spPr>
          <a:xfrm rot="5400000">
            <a:off x="35729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66"/>
          <p:cNvCxnSpPr/>
          <p:nvPr/>
        </p:nvCxnSpPr>
        <p:spPr>
          <a:xfrm rot="5400000">
            <a:off x="104082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67"/>
          <p:cNvSpPr/>
          <p:nvPr/>
        </p:nvSpPr>
        <p:spPr>
          <a:xfrm>
            <a:off x="6450463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2" name="Google Shape;1162;p67"/>
          <p:cNvSpPr/>
          <p:nvPr/>
        </p:nvSpPr>
        <p:spPr>
          <a:xfrm>
            <a:off x="2721150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3" name="Google Shape;1163;p67"/>
          <p:cNvSpPr/>
          <p:nvPr/>
        </p:nvSpPr>
        <p:spPr>
          <a:xfrm>
            <a:off x="4577544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4" name="Google Shape;1164;p67"/>
          <p:cNvSpPr/>
          <p:nvPr/>
        </p:nvSpPr>
        <p:spPr>
          <a:xfrm>
            <a:off x="857838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5" name="Google Shape;1165;p67"/>
          <p:cNvSpPr/>
          <p:nvPr/>
        </p:nvSpPr>
        <p:spPr>
          <a:xfrm>
            <a:off x="6450481" y="1068125"/>
            <a:ext cx="2006700" cy="3477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77000">
                <a:schemeClr val="accent1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6" name="Google Shape;1166;p6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objectives</a:t>
            </a:r>
            <a:endParaRPr/>
          </a:p>
        </p:txBody>
      </p:sp>
      <p:sp>
        <p:nvSpPr>
          <p:cNvPr id="1167" name="Google Shape;1167;p6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</a:t>
            </a:r>
            <a:r>
              <a:rPr lang="en"/>
              <a:t>few words about your communication goals for this project.</a:t>
            </a:r>
            <a:endParaRPr/>
          </a:p>
        </p:txBody>
      </p:sp>
      <p:sp>
        <p:nvSpPr>
          <p:cNvPr id="1168" name="Google Shape;1168;p6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69" name="Google Shape;1169;p6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170" name="Google Shape;1170;p6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71" name="Google Shape;1171;p6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72" name="Google Shape;1172;p6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73" name="Google Shape;1173;p6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174" name="Google Shape;1174;p6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75" name="Google Shape;1175;p6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176" name="Google Shape;1176;p6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Objective title</a:t>
            </a:r>
            <a:endParaRPr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177" name="Google Shape;1177;p6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Use design elements to highlight key objectives or final outcomes. This will draw your audience’s eye towards 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objective. 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78" name="Google Shape;1178;p6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79" name="Google Shape;1179;p6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80" name="Google Shape;1180;p6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81" name="Google Shape;1181;p6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8"/>
          <p:cNvSpPr/>
          <p:nvPr/>
        </p:nvSpPr>
        <p:spPr>
          <a:xfrm rot="5400000">
            <a:off x="2088388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7" name="Google Shape;1187;p68"/>
          <p:cNvSpPr/>
          <p:nvPr/>
        </p:nvSpPr>
        <p:spPr>
          <a:xfrm rot="5400000">
            <a:off x="31887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8" name="Google Shape;1188;p68"/>
          <p:cNvSpPr/>
          <p:nvPr/>
        </p:nvSpPr>
        <p:spPr>
          <a:xfrm rot="5400000">
            <a:off x="397432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9" name="Google Shape;1189;p68"/>
          <p:cNvSpPr/>
          <p:nvPr/>
        </p:nvSpPr>
        <p:spPr>
          <a:xfrm rot="5400000">
            <a:off x="5783600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0" name="Google Shape;1190;p68"/>
          <p:cNvSpPr txBox="1"/>
          <p:nvPr>
            <p:ph idx="18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91" name="Google Shape;1191;p68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192" name="Google Shape;1192;p68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193" name="Google Shape;1193;p68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194" name="Google Shape;1194;p68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195" name="Google Shape;1195;p68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96" name="Google Shape;1196;p68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few words about your business goals for this project.</a:t>
            </a:r>
            <a:endParaRPr/>
          </a:p>
        </p:txBody>
      </p:sp>
      <p:sp>
        <p:nvSpPr>
          <p:cNvPr id="1197" name="Google Shape;1197;p68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198" name="Google Shape;1198;p68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199" name="Google Shape;1199;p68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200" name="Google Shape;1200;p68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201" name="Google Shape;1201;p68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202" name="Google Shape;1202;p68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03" name="Google Shape;1203;p68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04" name="Google Shape;1204;p68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05" name="Google Shape;1205;p68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69"/>
          <p:cNvSpPr/>
          <p:nvPr/>
        </p:nvSpPr>
        <p:spPr>
          <a:xfrm rot="10800000">
            <a:off x="1235525" y="15962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1" name="Google Shape;1211;p69"/>
          <p:cNvSpPr/>
          <p:nvPr/>
        </p:nvSpPr>
        <p:spPr>
          <a:xfrm>
            <a:off x="1265075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2" name="Google Shape;1212;p69"/>
          <p:cNvSpPr/>
          <p:nvPr/>
        </p:nvSpPr>
        <p:spPr>
          <a:xfrm rot="10800000">
            <a:off x="1235525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3" name="Google Shape;1213;p69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4" name="Google Shape;1214;p69"/>
          <p:cNvSpPr/>
          <p:nvPr/>
        </p:nvSpPr>
        <p:spPr>
          <a:xfrm rot="10800000">
            <a:off x="4672250" y="159625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5" name="Google Shape;1215;p69"/>
          <p:cNvSpPr/>
          <p:nvPr/>
        </p:nvSpPr>
        <p:spPr>
          <a:xfrm>
            <a:off x="4699363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6" name="Google Shape;1216;p69"/>
          <p:cNvSpPr/>
          <p:nvPr/>
        </p:nvSpPr>
        <p:spPr>
          <a:xfrm rot="10800000">
            <a:off x="4665150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7" name="Google Shape;1217;p69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218" name="Google Shape;1218;p6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9" name="Google Shape;1219;p69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220" name="Google Shape;1220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221" name="Google Shape;1221;p69"/>
          <p:cNvSpPr txBox="1"/>
          <p:nvPr>
            <p:ph idx="8" type="subTitle"/>
          </p:nvPr>
        </p:nvSpPr>
        <p:spPr>
          <a:xfrm>
            <a:off x="1867950" y="3062125"/>
            <a:ext cx="2394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222" name="Google Shape;1222;p69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23" name="Google Shape;1223;p69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few words about your marketing goals for this project.</a:t>
            </a:r>
            <a:endParaRPr/>
          </a:p>
        </p:txBody>
      </p:sp>
      <p:sp>
        <p:nvSpPr>
          <p:cNvPr id="1224" name="Google Shape;1224;p69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5" name="Google Shape;1225;p69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6" name="Google Shape;1226;p69"/>
          <p:cNvSpPr txBox="1"/>
          <p:nvPr/>
        </p:nvSpPr>
        <p:spPr>
          <a:xfrm>
            <a:off x="1439369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7" name="Google Shape;1227;p69"/>
          <p:cNvSpPr txBox="1"/>
          <p:nvPr/>
        </p:nvSpPr>
        <p:spPr>
          <a:xfrm>
            <a:off x="4869881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8" name="Google Shape;1228;p69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229" name="Google Shape;1229;p69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230" name="Google Shape;1230;p69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231" name="Google Shape;1231;p69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232" name="Google Shape;1232;p69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233" name="Google Shape;1233;p69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234" name="Google Shape;1234;p69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70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240" name="Google Shape;1240;p70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41" name="Google Shape;1241;p70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242" name="Google Shape;1242;p70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243" name="Google Shape;1243;p70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244" name="Google Shape;1244;p70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245" name="Google Shape;1245;p70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246" name="Google Shape;1246;p70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247" name="Google Shape;1247;p70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</a:t>
            </a:r>
            <a:r>
              <a:rPr lang="en"/>
              <a:t> specific and add as many as you need</a:t>
            </a:r>
            <a:endParaRPr/>
          </a:p>
        </p:txBody>
      </p:sp>
      <p:sp>
        <p:nvSpPr>
          <p:cNvPr id="1248" name="Google Shape;1248;p70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249" name="Google Shape;1249;p70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250" name="Google Shape;1250;p70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251" name="Google Shape;1251;p70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252" name="Google Shape;1252;p70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253" name="Google Shape;1253;p70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254" name="Google Shape;1254;p70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255" name="Google Shape;1255;p70"/>
          <p:cNvSpPr txBox="1"/>
          <p:nvPr>
            <p:ph idx="19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256" name="Google Shape;1256;p70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cxnSp>
        <p:nvCxnSpPr>
          <p:cNvPr id="1257" name="Google Shape;1257;p70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71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63" name="Google Shape;1263;p71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264" name="Google Shape;1264;p71"/>
          <p:cNvSpPr txBox="1"/>
          <p:nvPr>
            <p:ph idx="4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265" name="Google Shape;1265;p71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266" name="Google Shape;1266;p71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267" name="Google Shape;1267;p71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268" name="Google Shape;1268;p71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269" name="Google Shape;1269;p71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270" name="Google Shape;1270;p71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1" name="Google Shape;1271;p71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2" name="Google Shape;1272;p71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3" name="Google Shape;1273;p71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4" name="Google Shape;1274;p71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5" name="Google Shape;1275;p71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6" name="Google Shape;1276;p71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7" name="Google Shape;1277;p71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8" name="Google Shape;1278;p71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9" name="Google Shape;1279;p71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cxnSp>
        <p:nvCxnSpPr>
          <p:cNvPr id="1280" name="Google Shape;1280;p71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72"/>
          <p:cNvSpPr/>
          <p:nvPr/>
        </p:nvSpPr>
        <p:spPr>
          <a:xfrm rot="-5400000">
            <a:off x="1897551" y="1618189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6" name="Google Shape;1286;p72"/>
          <p:cNvSpPr/>
          <p:nvPr/>
        </p:nvSpPr>
        <p:spPr>
          <a:xfrm rot="-5400000">
            <a:off x="4385907" y="1618189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7" name="Google Shape;1287;p72"/>
          <p:cNvSpPr/>
          <p:nvPr/>
        </p:nvSpPr>
        <p:spPr>
          <a:xfrm rot="-5400000">
            <a:off x="1897551" y="2783025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8" name="Google Shape;1288;p72"/>
          <p:cNvSpPr/>
          <p:nvPr/>
        </p:nvSpPr>
        <p:spPr>
          <a:xfrm rot="-5400000">
            <a:off x="4385907" y="2777212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9" name="Google Shape;1289;p72"/>
          <p:cNvSpPr/>
          <p:nvPr/>
        </p:nvSpPr>
        <p:spPr>
          <a:xfrm rot="-5400000">
            <a:off x="1897551" y="453437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0" name="Google Shape;1290;p72"/>
          <p:cNvSpPr/>
          <p:nvPr/>
        </p:nvSpPr>
        <p:spPr>
          <a:xfrm rot="-5400000">
            <a:off x="4385907" y="453494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1" name="Google Shape;1291;p72"/>
          <p:cNvSpPr/>
          <p:nvPr/>
        </p:nvSpPr>
        <p:spPr>
          <a:xfrm rot="5400000">
            <a:off x="6874232" y="1618122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2" name="Google Shape;1292;p72"/>
          <p:cNvSpPr/>
          <p:nvPr/>
        </p:nvSpPr>
        <p:spPr>
          <a:xfrm rot="5400000">
            <a:off x="6874232" y="2771846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3" name="Google Shape;1293;p72"/>
          <p:cNvSpPr/>
          <p:nvPr/>
        </p:nvSpPr>
        <p:spPr>
          <a:xfrm rot="5400000">
            <a:off x="6874232" y="469458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4" name="Google Shape;1294;p72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95" name="Google Shape;1295;p72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296" name="Google Shape;1296;p72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297" name="Google Shape;1297;p72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298" name="Google Shape;1298;p72"/>
          <p:cNvSpPr txBox="1"/>
          <p:nvPr>
            <p:ph idx="20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299" name="Google Shape;1299;p72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300" name="Google Shape;1300;p72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301" name="Google Shape;1301;p72"/>
          <p:cNvSpPr txBox="1"/>
          <p:nvPr>
            <p:ph idx="16" type="title"/>
          </p:nvPr>
        </p:nvSpPr>
        <p:spPr>
          <a:xfrm>
            <a:off x="1328751" y="1346706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02" name="Google Shape;1302;p72"/>
          <p:cNvSpPr txBox="1"/>
          <p:nvPr>
            <p:ph idx="17" type="title"/>
          </p:nvPr>
        </p:nvSpPr>
        <p:spPr>
          <a:xfrm>
            <a:off x="1328751" y="2511458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03" name="Google Shape;1303;p72"/>
          <p:cNvSpPr txBox="1"/>
          <p:nvPr>
            <p:ph idx="18" type="title"/>
          </p:nvPr>
        </p:nvSpPr>
        <p:spPr>
          <a:xfrm>
            <a:off x="1328751" y="3676294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04" name="Google Shape;1304;p72"/>
          <p:cNvSpPr txBox="1"/>
          <p:nvPr>
            <p:ph idx="14" type="title"/>
          </p:nvPr>
        </p:nvSpPr>
        <p:spPr>
          <a:xfrm>
            <a:off x="6373532" y="1369856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305" name="Google Shape;1305;p72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06" name="Google Shape;1306;p72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07" name="Google Shape;1307;p72"/>
          <p:cNvSpPr txBox="1"/>
          <p:nvPr>
            <p:ph idx="7" type="title"/>
          </p:nvPr>
        </p:nvSpPr>
        <p:spPr>
          <a:xfrm>
            <a:off x="3885207" y="1353963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08" name="Google Shape;1308;p72"/>
          <p:cNvSpPr txBox="1"/>
          <p:nvPr>
            <p:ph idx="7" type="title"/>
          </p:nvPr>
        </p:nvSpPr>
        <p:spPr>
          <a:xfrm>
            <a:off x="3885207" y="2518658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09" name="Google Shape;1309;p72"/>
          <p:cNvSpPr txBox="1"/>
          <p:nvPr>
            <p:ph idx="7" type="title"/>
          </p:nvPr>
        </p:nvSpPr>
        <p:spPr>
          <a:xfrm>
            <a:off x="3885207" y="3677681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10" name="Google Shape;1310;p72"/>
          <p:cNvSpPr txBox="1"/>
          <p:nvPr>
            <p:ph idx="14" type="title"/>
          </p:nvPr>
        </p:nvSpPr>
        <p:spPr>
          <a:xfrm>
            <a:off x="6373532" y="2518520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311" name="Google Shape;1311;p72"/>
          <p:cNvSpPr txBox="1"/>
          <p:nvPr>
            <p:ph idx="14" type="title"/>
          </p:nvPr>
        </p:nvSpPr>
        <p:spPr>
          <a:xfrm>
            <a:off x="6373532" y="3672244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miling business woman working with laptop while looking at camera in modern startup office" id="1316" name="Google Shape;1316;p7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50387" l="30620" r="34810" t="0"/>
          <a:stretch/>
        </p:blipFill>
        <p:spPr>
          <a:xfrm>
            <a:off x="227225" y="1832375"/>
            <a:ext cx="821100" cy="785401"/>
          </a:xfrm>
          <a:prstGeom prst="rect">
            <a:avLst/>
          </a:prstGeom>
        </p:spPr>
      </p:pic>
      <p:pic>
        <p:nvPicPr>
          <p:cNvPr descr="Portrait of smiling business woman with suit working in office " id="1317" name="Google Shape;1317;p73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46911" l="30916" r="34506" t="3501"/>
          <a:stretch/>
        </p:blipFill>
        <p:spPr>
          <a:xfrm>
            <a:off x="227225" y="2672425"/>
            <a:ext cx="821100" cy="785399"/>
          </a:xfrm>
          <a:prstGeom prst="rect">
            <a:avLst/>
          </a:prstGeom>
        </p:spPr>
      </p:pic>
      <p:pic>
        <p:nvPicPr>
          <p:cNvPr descr="Businessman using computer in office" id="1318" name="Google Shape;1318;p73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39722" l="23995" r="37508" t="35717"/>
          <a:stretch/>
        </p:blipFill>
        <p:spPr>
          <a:xfrm>
            <a:off x="227225" y="3512475"/>
            <a:ext cx="821099" cy="785398"/>
          </a:xfrm>
          <a:prstGeom prst="rect">
            <a:avLst/>
          </a:prstGeom>
        </p:spPr>
      </p:pic>
      <p:sp>
        <p:nvSpPr>
          <p:cNvPr id="1319" name="Google Shape;1319;p73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list</a:t>
            </a:r>
            <a:endParaRPr/>
          </a:p>
        </p:txBody>
      </p:sp>
      <p:sp>
        <p:nvSpPr>
          <p:cNvPr id="1320" name="Google Shape;1320;p73"/>
          <p:cNvSpPr txBox="1"/>
          <p:nvPr>
            <p:ph idx="9" type="title"/>
          </p:nvPr>
        </p:nvSpPr>
        <p:spPr>
          <a:xfrm>
            <a:off x="3820750" y="1711525"/>
            <a:ext cx="1800000" cy="1262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Briefing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Meeting minutes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Concept deck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Comms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plan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Image library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21" name="Google Shape;1321;p73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Brand assets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Style guides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Case studies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White paper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t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her files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22" name="Google Shape;1322;p73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t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23" name="Google Shape;1323;p73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Full </a:t>
            </a: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Name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324" name="Google Shape;1324;p73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Full </a:t>
            </a: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Name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325" name="Google Shape;1325;p73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Full </a:t>
            </a:r>
            <a:r>
              <a:rPr b="1" lang="en"/>
              <a:t>Name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326" name="Google Shape;1326;p73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to key files and documents</a:t>
            </a:r>
            <a:endParaRPr/>
          </a:p>
        </p:txBody>
      </p:sp>
      <p:sp>
        <p:nvSpPr>
          <p:cNvPr id="1327" name="Google Shape;1327;p73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28" name="Google Shape;1328;p73"/>
          <p:cNvSpPr txBox="1"/>
          <p:nvPr>
            <p:ph idx="16" type="title"/>
          </p:nvPr>
        </p:nvSpPr>
        <p:spPr>
          <a:xfrm>
            <a:off x="93381" y="5027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329" name="Google Shape;1329;p7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30" name="Google Shape;1330;p73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5" name="Google Shape;1335;p74"/>
          <p:cNvGrpSpPr/>
          <p:nvPr/>
        </p:nvGrpSpPr>
        <p:grpSpPr>
          <a:xfrm>
            <a:off x="7606813" y="703147"/>
            <a:ext cx="1133946" cy="748551"/>
            <a:chOff x="5697850" y="709700"/>
            <a:chExt cx="1039745" cy="831815"/>
          </a:xfrm>
        </p:grpSpPr>
        <p:sp>
          <p:nvSpPr>
            <p:cNvPr id="1336" name="Google Shape;1336;p74"/>
            <p:cNvSpPr/>
            <p:nvPr/>
          </p:nvSpPr>
          <p:spPr>
            <a:xfrm>
              <a:off x="5697850" y="709700"/>
              <a:ext cx="206400" cy="17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37" name="Google Shape;1337;p74"/>
            <p:cNvSpPr/>
            <p:nvPr/>
          </p:nvSpPr>
          <p:spPr>
            <a:xfrm>
              <a:off x="5975892" y="737602"/>
              <a:ext cx="7188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Responsible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38" name="Google Shape;1338;p74"/>
            <p:cNvSpPr/>
            <p:nvPr/>
          </p:nvSpPr>
          <p:spPr>
            <a:xfrm>
              <a:off x="5697850" y="927853"/>
              <a:ext cx="206400" cy="170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39" name="Google Shape;1339;p74"/>
            <p:cNvSpPr/>
            <p:nvPr/>
          </p:nvSpPr>
          <p:spPr>
            <a:xfrm>
              <a:off x="5975895" y="9557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Accountable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0" name="Google Shape;1340;p74"/>
            <p:cNvSpPr/>
            <p:nvPr/>
          </p:nvSpPr>
          <p:spPr>
            <a:xfrm>
              <a:off x="5697850" y="1146003"/>
              <a:ext cx="206400" cy="170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1" name="Google Shape;1341;p74"/>
            <p:cNvSpPr/>
            <p:nvPr/>
          </p:nvSpPr>
          <p:spPr>
            <a:xfrm>
              <a:off x="5975895" y="117389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Consulted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2" name="Google Shape;1342;p74"/>
            <p:cNvSpPr/>
            <p:nvPr/>
          </p:nvSpPr>
          <p:spPr>
            <a:xfrm>
              <a:off x="5697850" y="1371115"/>
              <a:ext cx="206400" cy="170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3" name="Google Shape;1343;p74"/>
            <p:cNvSpPr/>
            <p:nvPr/>
          </p:nvSpPr>
          <p:spPr>
            <a:xfrm>
              <a:off x="5975895" y="1392054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Informed 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344" name="Google Shape;1344;p74"/>
          <p:cNvSpPr txBox="1"/>
          <p:nvPr>
            <p:ph idx="3" type="title"/>
          </p:nvPr>
        </p:nvSpPr>
        <p:spPr>
          <a:xfrm>
            <a:off x="228600" y="4748562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45" name="Google Shape;1345;p7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46" name="Google Shape;1346;p74"/>
          <p:cNvSpPr txBox="1"/>
          <p:nvPr>
            <p:ph idx="2" type="title"/>
          </p:nvPr>
        </p:nvSpPr>
        <p:spPr>
          <a:xfrm>
            <a:off x="115025" y="502775"/>
            <a:ext cx="58290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RACI matrix project </a:t>
            </a:r>
            <a:r>
              <a:rPr lang="en"/>
              <a:t>management</a:t>
            </a:r>
            <a:r>
              <a:rPr lang="en"/>
              <a:t> </a:t>
            </a:r>
            <a:endParaRPr/>
          </a:p>
        </p:txBody>
      </p:sp>
      <p:grpSp>
        <p:nvGrpSpPr>
          <p:cNvPr id="1347" name="Google Shape;1347;p74"/>
          <p:cNvGrpSpPr/>
          <p:nvPr/>
        </p:nvGrpSpPr>
        <p:grpSpPr>
          <a:xfrm>
            <a:off x="242650" y="1752913"/>
            <a:ext cx="8498175" cy="2460738"/>
            <a:chOff x="242650" y="1752913"/>
            <a:chExt cx="8498175" cy="2460738"/>
          </a:xfrm>
        </p:grpSpPr>
        <p:sp>
          <p:nvSpPr>
            <p:cNvPr id="1348" name="Google Shape;1348;p74"/>
            <p:cNvSpPr/>
            <p:nvPr/>
          </p:nvSpPr>
          <p:spPr>
            <a:xfrm>
              <a:off x="2267925" y="21993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9" name="Google Shape;1349;p74"/>
            <p:cNvSpPr/>
            <p:nvPr/>
          </p:nvSpPr>
          <p:spPr>
            <a:xfrm>
              <a:off x="242650" y="216535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1 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0" name="Google Shape;1350;p74"/>
            <p:cNvSpPr/>
            <p:nvPr/>
          </p:nvSpPr>
          <p:spPr>
            <a:xfrm>
              <a:off x="242650" y="2588025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1" name="Google Shape;1351;p74"/>
            <p:cNvSpPr/>
            <p:nvPr/>
          </p:nvSpPr>
          <p:spPr>
            <a:xfrm>
              <a:off x="242650" y="301070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2" name="Google Shape;1352;p74"/>
            <p:cNvSpPr/>
            <p:nvPr/>
          </p:nvSpPr>
          <p:spPr>
            <a:xfrm>
              <a:off x="242650" y="3433375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3" name="Google Shape;1353;p74"/>
            <p:cNvSpPr/>
            <p:nvPr/>
          </p:nvSpPr>
          <p:spPr>
            <a:xfrm>
              <a:off x="242650" y="385605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5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4" name="Google Shape;1354;p74"/>
            <p:cNvSpPr/>
            <p:nvPr/>
          </p:nvSpPr>
          <p:spPr>
            <a:xfrm>
              <a:off x="2267925" y="263242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5" name="Google Shape;1355;p74"/>
            <p:cNvSpPr/>
            <p:nvPr/>
          </p:nvSpPr>
          <p:spPr>
            <a:xfrm>
              <a:off x="2267925" y="305510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6" name="Google Shape;1356;p74"/>
            <p:cNvSpPr/>
            <p:nvPr/>
          </p:nvSpPr>
          <p:spPr>
            <a:xfrm>
              <a:off x="2267925" y="34777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7" name="Google Shape;1357;p74"/>
            <p:cNvSpPr/>
            <p:nvPr/>
          </p:nvSpPr>
          <p:spPr>
            <a:xfrm>
              <a:off x="2267925" y="38879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8" name="Google Shape;1358;p74"/>
            <p:cNvSpPr/>
            <p:nvPr/>
          </p:nvSpPr>
          <p:spPr>
            <a:xfrm>
              <a:off x="4013688" y="21993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9" name="Google Shape;1359;p74"/>
            <p:cNvSpPr/>
            <p:nvPr/>
          </p:nvSpPr>
          <p:spPr>
            <a:xfrm>
              <a:off x="4013688" y="26324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0" name="Google Shape;1360;p74"/>
            <p:cNvSpPr/>
            <p:nvPr/>
          </p:nvSpPr>
          <p:spPr>
            <a:xfrm>
              <a:off x="4013688" y="30550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1" name="Google Shape;1361;p74"/>
            <p:cNvSpPr/>
            <p:nvPr/>
          </p:nvSpPr>
          <p:spPr>
            <a:xfrm>
              <a:off x="4013688" y="34777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2" name="Google Shape;1362;p74"/>
            <p:cNvSpPr/>
            <p:nvPr/>
          </p:nvSpPr>
          <p:spPr>
            <a:xfrm>
              <a:off x="4013688" y="388795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3" name="Google Shape;1363;p74"/>
            <p:cNvSpPr/>
            <p:nvPr/>
          </p:nvSpPr>
          <p:spPr>
            <a:xfrm>
              <a:off x="5759475" y="21993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4" name="Google Shape;1364;p74"/>
            <p:cNvSpPr/>
            <p:nvPr/>
          </p:nvSpPr>
          <p:spPr>
            <a:xfrm>
              <a:off x="5759475" y="26324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5" name="Google Shape;1365;p74"/>
            <p:cNvSpPr/>
            <p:nvPr/>
          </p:nvSpPr>
          <p:spPr>
            <a:xfrm>
              <a:off x="5759475" y="30550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6" name="Google Shape;1366;p74"/>
            <p:cNvSpPr/>
            <p:nvPr/>
          </p:nvSpPr>
          <p:spPr>
            <a:xfrm>
              <a:off x="5759475" y="34777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7" name="Google Shape;1367;p74"/>
            <p:cNvSpPr/>
            <p:nvPr/>
          </p:nvSpPr>
          <p:spPr>
            <a:xfrm>
              <a:off x="5759475" y="388795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8" name="Google Shape;1368;p74"/>
            <p:cNvSpPr/>
            <p:nvPr/>
          </p:nvSpPr>
          <p:spPr>
            <a:xfrm>
              <a:off x="7505250" y="21889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9" name="Google Shape;1369;p74"/>
            <p:cNvSpPr/>
            <p:nvPr/>
          </p:nvSpPr>
          <p:spPr>
            <a:xfrm>
              <a:off x="7505250" y="262203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0" name="Google Shape;1370;p74"/>
            <p:cNvSpPr/>
            <p:nvPr/>
          </p:nvSpPr>
          <p:spPr>
            <a:xfrm>
              <a:off x="7505250" y="30447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1" name="Google Shape;1371;p74"/>
            <p:cNvSpPr/>
            <p:nvPr/>
          </p:nvSpPr>
          <p:spPr>
            <a:xfrm>
              <a:off x="7505250" y="34673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2" name="Google Shape;1372;p74"/>
            <p:cNvSpPr/>
            <p:nvPr/>
          </p:nvSpPr>
          <p:spPr>
            <a:xfrm>
              <a:off x="7505250" y="38775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3" name="Google Shape;1373;p74"/>
            <p:cNvSpPr txBox="1"/>
            <p:nvPr/>
          </p:nvSpPr>
          <p:spPr>
            <a:xfrm>
              <a:off x="2109725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1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4" name="Google Shape;1374;p74"/>
            <p:cNvSpPr txBox="1"/>
            <p:nvPr/>
          </p:nvSpPr>
          <p:spPr>
            <a:xfrm>
              <a:off x="3846300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2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5" name="Google Shape;1375;p74"/>
            <p:cNvSpPr txBox="1"/>
            <p:nvPr/>
          </p:nvSpPr>
          <p:spPr>
            <a:xfrm>
              <a:off x="5592075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3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6" name="Google Shape;1376;p74"/>
            <p:cNvSpPr txBox="1"/>
            <p:nvPr/>
          </p:nvSpPr>
          <p:spPr>
            <a:xfrm>
              <a:off x="7337850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4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377" name="Google Shape;1377;p74"/>
            <p:cNvCxnSpPr/>
            <p:nvPr/>
          </p:nvCxnSpPr>
          <p:spPr>
            <a:xfrm>
              <a:off x="1834225" y="2545625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8" name="Google Shape;1378;p74"/>
            <p:cNvCxnSpPr/>
            <p:nvPr/>
          </p:nvCxnSpPr>
          <p:spPr>
            <a:xfrm>
              <a:off x="1834225" y="2967225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9" name="Google Shape;1379;p74"/>
            <p:cNvCxnSpPr/>
            <p:nvPr/>
          </p:nvCxnSpPr>
          <p:spPr>
            <a:xfrm>
              <a:off x="1834225" y="3404000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0" name="Google Shape;1380;p74"/>
            <p:cNvCxnSpPr/>
            <p:nvPr/>
          </p:nvCxnSpPr>
          <p:spPr>
            <a:xfrm>
              <a:off x="1834225" y="3822750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75"/>
          <p:cNvSpPr/>
          <p:nvPr/>
        </p:nvSpPr>
        <p:spPr>
          <a:xfrm>
            <a:off x="7954745" y="555939"/>
            <a:ext cx="7188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Milestones</a:t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386" name="Google Shape;1386;p75"/>
          <p:cNvGrpSpPr/>
          <p:nvPr/>
        </p:nvGrpSpPr>
        <p:grpSpPr>
          <a:xfrm>
            <a:off x="7657338" y="508199"/>
            <a:ext cx="243024" cy="225899"/>
            <a:chOff x="8091822" y="285291"/>
            <a:chExt cx="170400" cy="170400"/>
          </a:xfrm>
        </p:grpSpPr>
        <p:sp>
          <p:nvSpPr>
            <p:cNvPr id="1387" name="Google Shape;1387;p75"/>
            <p:cNvSpPr/>
            <p:nvPr/>
          </p:nvSpPr>
          <p:spPr>
            <a:xfrm>
              <a:off x="8091822" y="285291"/>
              <a:ext cx="170400" cy="170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1388" name="Google Shape;1388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30631" y="324098"/>
              <a:ext cx="92779" cy="927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9" name="Google Shape;1389;p7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1390" name="Google Shape;1390;p7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grpSp>
        <p:nvGrpSpPr>
          <p:cNvPr id="1391" name="Google Shape;1391;p75"/>
          <p:cNvGrpSpPr/>
          <p:nvPr/>
        </p:nvGrpSpPr>
        <p:grpSpPr>
          <a:xfrm>
            <a:off x="201375" y="1226200"/>
            <a:ext cx="8549098" cy="3405900"/>
            <a:chOff x="201375" y="1226200"/>
            <a:chExt cx="8549098" cy="3405900"/>
          </a:xfrm>
        </p:grpSpPr>
        <p:sp>
          <p:nvSpPr>
            <p:cNvPr id="1392" name="Google Shape;1392;p75"/>
            <p:cNvSpPr txBox="1"/>
            <p:nvPr/>
          </p:nvSpPr>
          <p:spPr>
            <a:xfrm>
              <a:off x="201375" y="198652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Market research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3" name="Google Shape;1393;p75"/>
            <p:cNvSpPr txBox="1"/>
            <p:nvPr/>
          </p:nvSpPr>
          <p:spPr>
            <a:xfrm>
              <a:off x="201375" y="2329000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Specifications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4" name="Google Shape;1394;p75"/>
            <p:cNvSpPr txBox="1"/>
            <p:nvPr/>
          </p:nvSpPr>
          <p:spPr>
            <a:xfrm>
              <a:off x="201375" y="267147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Planning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5" name="Google Shape;1395;p75"/>
            <p:cNvSpPr txBox="1"/>
            <p:nvPr/>
          </p:nvSpPr>
          <p:spPr>
            <a:xfrm>
              <a:off x="201375" y="3013950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Design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6" name="Google Shape;1396;p75"/>
            <p:cNvSpPr txBox="1"/>
            <p:nvPr/>
          </p:nvSpPr>
          <p:spPr>
            <a:xfrm>
              <a:off x="201375" y="335642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Development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7" name="Google Shape;1397;p75"/>
            <p:cNvSpPr txBox="1"/>
            <p:nvPr/>
          </p:nvSpPr>
          <p:spPr>
            <a:xfrm>
              <a:off x="201375" y="3698899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Training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8" name="Google Shape;1398;p75"/>
            <p:cNvSpPr txBox="1"/>
            <p:nvPr/>
          </p:nvSpPr>
          <p:spPr>
            <a:xfrm>
              <a:off x="201375" y="4041374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Assessment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9" name="Google Shape;1399;p75"/>
            <p:cNvSpPr txBox="1"/>
            <p:nvPr/>
          </p:nvSpPr>
          <p:spPr>
            <a:xfrm>
              <a:off x="201375" y="4383849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Documentation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400" name="Google Shape;1400;p75"/>
            <p:cNvCxnSpPr/>
            <p:nvPr/>
          </p:nvCxnSpPr>
          <p:spPr>
            <a:xfrm>
              <a:off x="209473" y="223470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1" name="Google Shape;1401;p75"/>
            <p:cNvCxnSpPr/>
            <p:nvPr/>
          </p:nvCxnSpPr>
          <p:spPr>
            <a:xfrm>
              <a:off x="209473" y="257717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2" name="Google Shape;1402;p75"/>
            <p:cNvCxnSpPr/>
            <p:nvPr/>
          </p:nvCxnSpPr>
          <p:spPr>
            <a:xfrm>
              <a:off x="209473" y="291965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3" name="Google Shape;1403;p75"/>
            <p:cNvCxnSpPr/>
            <p:nvPr/>
          </p:nvCxnSpPr>
          <p:spPr>
            <a:xfrm>
              <a:off x="209473" y="326212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75"/>
            <p:cNvCxnSpPr/>
            <p:nvPr/>
          </p:nvCxnSpPr>
          <p:spPr>
            <a:xfrm>
              <a:off x="209473" y="360460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75"/>
            <p:cNvCxnSpPr/>
            <p:nvPr/>
          </p:nvCxnSpPr>
          <p:spPr>
            <a:xfrm>
              <a:off x="209473" y="394707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6" name="Google Shape;1406;p75"/>
            <p:cNvCxnSpPr/>
            <p:nvPr/>
          </p:nvCxnSpPr>
          <p:spPr>
            <a:xfrm>
              <a:off x="209473" y="428955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7" name="Google Shape;1407;p75"/>
            <p:cNvSpPr txBox="1"/>
            <p:nvPr/>
          </p:nvSpPr>
          <p:spPr>
            <a:xfrm>
              <a:off x="1943878" y="1264713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1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408" name="Google Shape;1408;p75"/>
            <p:cNvSpPr txBox="1"/>
            <p:nvPr/>
          </p:nvSpPr>
          <p:spPr>
            <a:xfrm>
              <a:off x="4334496" y="1264700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2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409" name="Google Shape;1409;p75"/>
            <p:cNvSpPr txBox="1"/>
            <p:nvPr/>
          </p:nvSpPr>
          <p:spPr>
            <a:xfrm>
              <a:off x="6725113" y="1264713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3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410" name="Google Shape;1410;p75"/>
            <p:cNvSpPr txBox="1"/>
            <p:nvPr/>
          </p:nvSpPr>
          <p:spPr>
            <a:xfrm>
              <a:off x="1661851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1" name="Google Shape;1411;p75"/>
            <p:cNvSpPr txBox="1"/>
            <p:nvPr/>
          </p:nvSpPr>
          <p:spPr>
            <a:xfrm>
              <a:off x="2259446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2" name="Google Shape;1412;p75"/>
            <p:cNvSpPr txBox="1"/>
            <p:nvPr/>
          </p:nvSpPr>
          <p:spPr>
            <a:xfrm>
              <a:off x="2857107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3" name="Google Shape;1413;p75"/>
            <p:cNvSpPr txBox="1"/>
            <p:nvPr/>
          </p:nvSpPr>
          <p:spPr>
            <a:xfrm>
              <a:off x="3454768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4" name="Google Shape;1414;p75"/>
            <p:cNvSpPr txBox="1"/>
            <p:nvPr/>
          </p:nvSpPr>
          <p:spPr>
            <a:xfrm>
              <a:off x="4052428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5" name="Google Shape;1415;p75"/>
            <p:cNvSpPr txBox="1"/>
            <p:nvPr/>
          </p:nvSpPr>
          <p:spPr>
            <a:xfrm>
              <a:off x="4650024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6" name="Google Shape;1416;p75"/>
            <p:cNvSpPr txBox="1"/>
            <p:nvPr/>
          </p:nvSpPr>
          <p:spPr>
            <a:xfrm>
              <a:off x="524768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7" name="Google Shape;1417;p75"/>
            <p:cNvSpPr txBox="1"/>
            <p:nvPr/>
          </p:nvSpPr>
          <p:spPr>
            <a:xfrm>
              <a:off x="584534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8" name="Google Shape;1418;p75"/>
            <p:cNvSpPr txBox="1"/>
            <p:nvPr/>
          </p:nvSpPr>
          <p:spPr>
            <a:xfrm>
              <a:off x="6443019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9" name="Google Shape;1419;p75"/>
            <p:cNvSpPr txBox="1"/>
            <p:nvPr/>
          </p:nvSpPr>
          <p:spPr>
            <a:xfrm>
              <a:off x="704061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0" name="Google Shape;1420;p75"/>
            <p:cNvSpPr txBox="1"/>
            <p:nvPr/>
          </p:nvSpPr>
          <p:spPr>
            <a:xfrm>
              <a:off x="763827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1" name="Google Shape;1421;p75"/>
            <p:cNvSpPr txBox="1"/>
            <p:nvPr/>
          </p:nvSpPr>
          <p:spPr>
            <a:xfrm>
              <a:off x="8235936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422" name="Google Shape;1422;p75"/>
            <p:cNvCxnSpPr/>
            <p:nvPr/>
          </p:nvCxnSpPr>
          <p:spPr>
            <a:xfrm rot="10800000">
              <a:off x="3951450" y="1226200"/>
              <a:ext cx="0" cy="34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3" name="Google Shape;1423;p75"/>
            <p:cNvCxnSpPr/>
            <p:nvPr/>
          </p:nvCxnSpPr>
          <p:spPr>
            <a:xfrm rot="10800000">
              <a:off x="6349725" y="1226200"/>
              <a:ext cx="0" cy="34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4" name="Google Shape;1424;p75"/>
            <p:cNvGrpSpPr/>
            <p:nvPr/>
          </p:nvGrpSpPr>
          <p:grpSpPr>
            <a:xfrm>
              <a:off x="4421619" y="1950499"/>
              <a:ext cx="255566" cy="225899"/>
              <a:chOff x="8091822" y="285291"/>
              <a:chExt cx="170400" cy="170400"/>
            </a:xfrm>
          </p:grpSpPr>
          <p:sp>
            <p:nvSpPr>
              <p:cNvPr id="1425" name="Google Shape;1425;p75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426" name="Google Shape;1426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27" name="Google Shape;1427;p75"/>
            <p:cNvGrpSpPr/>
            <p:nvPr/>
          </p:nvGrpSpPr>
          <p:grpSpPr>
            <a:xfrm>
              <a:off x="6817099" y="2977949"/>
              <a:ext cx="255566" cy="225899"/>
              <a:chOff x="8091822" y="285291"/>
              <a:chExt cx="170400" cy="170400"/>
            </a:xfrm>
          </p:grpSpPr>
          <p:sp>
            <p:nvSpPr>
              <p:cNvPr id="1428" name="Google Shape;1428;p75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429" name="Google Shape;1429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30" name="Google Shape;1430;p75"/>
            <p:cNvGrpSpPr/>
            <p:nvPr/>
          </p:nvGrpSpPr>
          <p:grpSpPr>
            <a:xfrm>
              <a:off x="4421619" y="3320411"/>
              <a:ext cx="255566" cy="225899"/>
              <a:chOff x="8091822" y="285291"/>
              <a:chExt cx="170400" cy="170400"/>
            </a:xfrm>
          </p:grpSpPr>
          <p:sp>
            <p:nvSpPr>
              <p:cNvPr id="1431" name="Google Shape;1431;p75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432" name="Google Shape;1432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33" name="Google Shape;1433;p75"/>
            <p:cNvSpPr/>
            <p:nvPr/>
          </p:nvSpPr>
          <p:spPr>
            <a:xfrm>
              <a:off x="1621650" y="1942575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4" name="Google Shape;1434;p75"/>
            <p:cNvSpPr/>
            <p:nvPr/>
          </p:nvSpPr>
          <p:spPr>
            <a:xfrm>
              <a:off x="3951450" y="2974050"/>
              <a:ext cx="28224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5" name="Google Shape;1435;p75"/>
            <p:cNvSpPr/>
            <p:nvPr/>
          </p:nvSpPr>
          <p:spPr>
            <a:xfrm>
              <a:off x="1621650" y="3316525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6" name="Google Shape;1436;p75"/>
            <p:cNvSpPr/>
            <p:nvPr/>
          </p:nvSpPr>
          <p:spPr>
            <a:xfrm>
              <a:off x="1620075" y="3658988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7" name="Google Shape;1437;p75"/>
            <p:cNvSpPr/>
            <p:nvPr/>
          </p:nvSpPr>
          <p:spPr>
            <a:xfrm>
              <a:off x="5894200" y="4001450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8" name="Google Shape;1438;p75"/>
            <p:cNvSpPr/>
            <p:nvPr/>
          </p:nvSpPr>
          <p:spPr>
            <a:xfrm>
              <a:off x="4015775" y="4343950"/>
              <a:ext cx="46467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9" name="Google Shape;1439;p75"/>
            <p:cNvSpPr/>
            <p:nvPr/>
          </p:nvSpPr>
          <p:spPr>
            <a:xfrm>
              <a:off x="1628100" y="2289088"/>
              <a:ext cx="46467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40" name="Google Shape;1440;p75"/>
            <p:cNvSpPr/>
            <p:nvPr/>
          </p:nvSpPr>
          <p:spPr>
            <a:xfrm>
              <a:off x="1634100" y="2631550"/>
              <a:ext cx="70422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41" name="Google Shape;1441;p75"/>
          <p:cNvSpPr txBox="1"/>
          <p:nvPr>
            <p:ph idx="2"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6" name="Google Shape;1446;p76"/>
          <p:cNvCxnSpPr/>
          <p:nvPr/>
        </p:nvCxnSpPr>
        <p:spPr>
          <a:xfrm>
            <a:off x="526450" y="2378950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7" name="Google Shape;1447;p76"/>
          <p:cNvSpPr/>
          <p:nvPr/>
        </p:nvSpPr>
        <p:spPr>
          <a:xfrm>
            <a:off x="2193888" y="2198351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48" name="Google Shape;1448;p76"/>
          <p:cNvSpPr/>
          <p:nvPr/>
        </p:nvSpPr>
        <p:spPr>
          <a:xfrm>
            <a:off x="4058675" y="2198351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42900" rotWithShape="0" algn="bl" dir="5400000" dist="38100">
              <a:schemeClr val="accent3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49" name="Google Shape;1449;p76"/>
          <p:cNvSpPr/>
          <p:nvPr/>
        </p:nvSpPr>
        <p:spPr>
          <a:xfrm>
            <a:off x="5932600" y="2198358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50" name="Google Shape;1450;p76"/>
          <p:cNvSpPr/>
          <p:nvPr/>
        </p:nvSpPr>
        <p:spPr>
          <a:xfrm>
            <a:off x="7806529" y="1965848"/>
            <a:ext cx="825900" cy="826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51" name="Google Shape;1451;p76"/>
          <p:cNvSpPr txBox="1"/>
          <p:nvPr/>
        </p:nvSpPr>
        <p:spPr>
          <a:xfrm>
            <a:off x="1961538" y="17335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1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2" name="Google Shape;1452;p76"/>
          <p:cNvSpPr txBox="1"/>
          <p:nvPr/>
        </p:nvSpPr>
        <p:spPr>
          <a:xfrm>
            <a:off x="3826325" y="17335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2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3" name="Google Shape;1453;p76"/>
          <p:cNvSpPr txBox="1"/>
          <p:nvPr/>
        </p:nvSpPr>
        <p:spPr>
          <a:xfrm>
            <a:off x="5700250" y="169687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3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4" name="Google Shape;1454;p76"/>
          <p:cNvSpPr/>
          <p:nvPr/>
        </p:nvSpPr>
        <p:spPr>
          <a:xfrm>
            <a:off x="470109" y="2278000"/>
            <a:ext cx="201900" cy="201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55" name="Google Shape;1455;p76"/>
          <p:cNvSpPr txBox="1"/>
          <p:nvPr/>
        </p:nvSpPr>
        <p:spPr>
          <a:xfrm>
            <a:off x="1850688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6" name="Google Shape;1456;p76"/>
          <p:cNvSpPr txBox="1"/>
          <p:nvPr/>
        </p:nvSpPr>
        <p:spPr>
          <a:xfrm>
            <a:off x="1641153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Describe an upcoming phase in the 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p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roject.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57" name="Google Shape;1457;p76"/>
          <p:cNvSpPr txBox="1"/>
          <p:nvPr/>
        </p:nvSpPr>
        <p:spPr>
          <a:xfrm>
            <a:off x="3715475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8" name="Google Shape;1458;p76"/>
          <p:cNvSpPr txBox="1"/>
          <p:nvPr/>
        </p:nvSpPr>
        <p:spPr>
          <a:xfrm>
            <a:off x="108600" y="2600575"/>
            <a:ext cx="924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Project start date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59" name="Google Shape;1459;p76"/>
          <p:cNvSpPr txBox="1"/>
          <p:nvPr/>
        </p:nvSpPr>
        <p:spPr>
          <a:xfrm>
            <a:off x="5589400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60" name="Google Shape;1460;p76"/>
          <p:cNvSpPr txBox="1"/>
          <p:nvPr/>
        </p:nvSpPr>
        <p:spPr>
          <a:xfrm>
            <a:off x="7806525" y="13723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Final Step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61" name="Google Shape;1461;p76"/>
          <p:cNvSpPr txBox="1"/>
          <p:nvPr/>
        </p:nvSpPr>
        <p:spPr>
          <a:xfrm>
            <a:off x="7695675" y="2873575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62" name="Google Shape;1462;p76"/>
          <p:cNvSpPr txBox="1"/>
          <p:nvPr/>
        </p:nvSpPr>
        <p:spPr>
          <a:xfrm>
            <a:off x="7640325" y="3245838"/>
            <a:ext cx="11583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Duplicate this slide if you need more steps. 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63" name="Google Shape;1463;p76"/>
          <p:cNvSpPr txBox="1"/>
          <p:nvPr/>
        </p:nvSpPr>
        <p:spPr>
          <a:xfrm>
            <a:off x="3505928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Steps can include further deliverables, team check-ins, etc.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64" name="Google Shape;1464;p76"/>
          <p:cNvSpPr txBox="1"/>
          <p:nvPr/>
        </p:nvSpPr>
        <p:spPr>
          <a:xfrm>
            <a:off x="5347353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Extensions of the current project, client 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meetings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, etc.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65" name="Google Shape;1465;p7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466" name="Google Shape;1466;p7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67" name="Google Shape;1467;p76"/>
          <p:cNvSpPr txBox="1"/>
          <p:nvPr>
            <p:ph idx="2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77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473" name="Google Shape;1473;p77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74" name="Google Shape;1474;p77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1</a:t>
            </a:r>
            <a:endParaRPr/>
          </a:p>
        </p:txBody>
      </p:sp>
      <p:sp>
        <p:nvSpPr>
          <p:cNvPr id="1475" name="Google Shape;1475;p77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current phase of this </a:t>
            </a:r>
            <a:r>
              <a:rPr lang="en"/>
              <a:t>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77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477" name="Google Shape;1477;p77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2</a:t>
            </a:r>
            <a:endParaRPr/>
          </a:p>
        </p:txBody>
      </p:sp>
      <p:sp>
        <p:nvSpPr>
          <p:cNvPr id="1478" name="Google Shape;1478;p77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 upcoming step, such as </a:t>
            </a:r>
            <a:r>
              <a:rPr lang="en"/>
              <a:t>further </a:t>
            </a:r>
            <a:r>
              <a:rPr lang="en"/>
              <a:t>deliver</a:t>
            </a:r>
            <a:r>
              <a:rPr lang="en"/>
              <a:t>ables, check-ins, extensions of the current project,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77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480" name="Google Shape;1480;p77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3</a:t>
            </a:r>
            <a:endParaRPr/>
          </a:p>
        </p:txBody>
      </p:sp>
      <p:sp>
        <p:nvSpPr>
          <p:cNvPr id="1481" name="Google Shape;1481;p77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steps as you want. Duplicate this slide if you need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77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483" name="Google Shape;1483;p77"/>
          <p:cNvSpPr/>
          <p:nvPr/>
        </p:nvSpPr>
        <p:spPr>
          <a:xfrm>
            <a:off x="3918675" y="1945113"/>
            <a:ext cx="1408800" cy="300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We’re here!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484" name="Google Shape;1484;p77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78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1490" name="Google Shape;1490;p78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discuss any doubts or concerns.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If something comes up later, contact </a:t>
            </a:r>
            <a:r>
              <a:rPr lang="en"/>
              <a:t>name</a:t>
            </a:r>
            <a:r>
              <a:rPr lang="en"/>
              <a:t>@example.com</a:t>
            </a:r>
            <a:endParaRPr/>
          </a:p>
        </p:txBody>
      </p:sp>
      <p:sp>
        <p:nvSpPr>
          <p:cNvPr id="1491" name="Google Shape;1491;p7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92" name="Google Shape;1492;p7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79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